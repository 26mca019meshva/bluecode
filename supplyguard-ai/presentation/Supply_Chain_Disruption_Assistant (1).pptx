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48640"/>
            <a:ext cx="2194560" cy="219456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DISRUPTION ASSISTANT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FLEET UTILISATION OPTIMIZER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3520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 Reroute.  Protect.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|  Hackathon Track: Logistics &amp; Supply Chain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" y="47091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4923130"/>
            <a:ext cx="395021" cy="39502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92808" y="47091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778" y="4923130"/>
            <a:ext cx="395021" cy="39502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44368" y="47091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338" y="4923130"/>
            <a:ext cx="395021" cy="39502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995928" y="47091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898" y="4923130"/>
            <a:ext cx="395021" cy="3950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Ongoing Pain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cannot keep pace with modern supply chain volatility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2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92808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06778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7647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Cascading Disruptions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65960" y="2167128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events, port strikes, and geopolitical crises ripple across hundreds of active shipments in ways that are impossible to track manually.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2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493008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50" y="3706978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3649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Imbalance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965960" y="3767328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Trucks, containers, and vessels sit idle on some lanes while other routes are overloaded — capacity is misallocated in real time.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2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5093208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530717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9651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Chain Blind Spot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965960" y="5367528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temperature excursion on any leg can spoil $500K+ of vaccines or perishables — often discovered only at delivery, when it is too late.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 Assistant &amp; Fleet Utilisation Optimizer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undetected disruption or idle asset has a direct line to the balance sheet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3293D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2137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659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Spoilage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cold chain cargo written off after undetected temperature breaches.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3293D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0116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202" y="22137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9659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Delays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20840" y="283464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Unrerouted shipments stall behind disruptions instead of shifting to open lanes.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3293D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61772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81980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5720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Underutilised Fleet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544068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trucks, containers, and vessels tie up capital while demand piles up elsewhere.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42976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3293D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6177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202" y="481980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5720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&amp; Trust Risk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720840" y="544068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Late-discovered breaches trigger compliance penalties and erode customer confidence.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 Assistant &amp; Fleet Utilisation Optimizer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286000"/>
            <a:ext cx="2011680" cy="2011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743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822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212080" y="12344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Assistant. Four Connected Capabilities.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212080" y="23317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assistant that monitors disruptions in real time, recommends re-routing and carrier alternatives, optimises fleet redeployment, and detects cold chain excursions before delivery — not after.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212080" y="41148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41148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12280" y="41148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6812280" y="41148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0" y="41148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0" y="41148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012680" y="41148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10012680" y="41148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working as one continuous loop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2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92808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30" y="2094890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7063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 Detection &amp; Impact Mapping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264408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identifies which active shipments are affected by a live disruption event.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2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6647688" y="189280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770" y="209489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120" y="277063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Re-routing &amp; Carrier Recommendation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75120" y="3264408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alternate routes and carrier options to keep affected shipments moving.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2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" y="4453128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30" y="4655210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533095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 Fleet Identification &amp; Redeployment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5824728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underused trucks, containers, and vessels for redeployment to overloaded lanes.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41605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2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647688" y="4453128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770" y="4655210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75120" y="533095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Chain IoT Monitoring &amp; Classification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75120" y="5824728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sensor logs to catch temperature excursions and classify regulatory severity before delivery.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 Assistant &amp; Fleet Utilisation Optimizer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830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9613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002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Feeds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(temperature, location)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30632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32415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8036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Shipment &amp;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Data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416052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43434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452170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16052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/ News 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Disruption APIs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749040" y="3063240"/>
            <a:ext cx="640080" cy="4572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1"/>
          <p:cNvSpPr/>
          <p:nvPr/>
        </p:nvSpPr>
        <p:spPr>
          <a:xfrm>
            <a:off x="4572000" y="24231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7" name="Shape 12"/>
          <p:cNvSpPr/>
          <p:nvPr/>
        </p:nvSpPr>
        <p:spPr>
          <a:xfrm>
            <a:off x="5394960" y="2697480"/>
            <a:ext cx="1097280" cy="1097280"/>
          </a:xfrm>
          <a:prstGeom prst="ellipse">
            <a:avLst/>
          </a:prstGeom>
          <a:solidFill>
            <a:srgbClr val="0B294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6" y="2916936"/>
            <a:ext cx="658368" cy="6583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Engine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452360" y="3063240"/>
            <a:ext cx="640080" cy="4572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1" name="Shape 15"/>
          <p:cNvSpPr/>
          <p:nvPr/>
        </p:nvSpPr>
        <p:spPr>
          <a:xfrm>
            <a:off x="8229600" y="21945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503920" y="2395728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228" y="2574036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503920" y="31546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&amp; Recommendations Dashboard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8503920" y="38404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Re-route options, fleet redeployment suggestions, excursion severity alerts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continuously from sensors, shipments, and external feeds into the decision engine, which pushes ranked actions to the dashboard before problems reach delivery.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 Assistant &amp; Fleet Utilisation Optimizer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pragmatic, cloud-native stack chosen for real-time data and rapid iteration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2F7FA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190195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548" y="2103120"/>
            <a:ext cx="420624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97380" y="1901952"/>
            <a:ext cx="822960" cy="822960"/>
          </a:xfrm>
          <a:prstGeom prst="ellipse">
            <a:avLst/>
          </a:prstGeom>
          <a:ln w="1905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834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ML Models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1821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impact scoring &amp; re-routing recommendations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6459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2F7FA"/>
          </a:solidFill>
          <a:ln/>
        </p:spPr>
      </p:sp>
      <p:sp>
        <p:nvSpPr>
          <p:cNvPr id="11" name="Shape 8"/>
          <p:cNvSpPr/>
          <p:nvPr/>
        </p:nvSpPr>
        <p:spPr>
          <a:xfrm>
            <a:off x="5692140" y="190195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2103120"/>
            <a:ext cx="420624" cy="42062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692140" y="1901952"/>
            <a:ext cx="822960" cy="822960"/>
          </a:xfrm>
          <a:prstGeom prst="ellipse">
            <a:avLst/>
          </a:prstGeom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26280" y="2834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Sensor Integration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31821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cold chain temperature &amp; location telemetry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16459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2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9486900" y="190195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068" y="2103120"/>
            <a:ext cx="420624" cy="42062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486900" y="1901952"/>
            <a:ext cx="822960" cy="822960"/>
          </a:xfrm>
          <a:prstGeom prst="ellipse">
            <a:avLst/>
          </a:prstGeom>
          <a:ln w="19050">
            <a:solidFill>
              <a:srgbClr val="065A8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321040" y="2834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APIs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366760" y="31821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news, and port-status disruption feeds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9776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2F7FA"/>
          </a:solidFill>
          <a:ln/>
        </p:spPr>
      </p:sp>
      <p:sp>
        <p:nvSpPr>
          <p:cNvPr id="23" name="Shape 18"/>
          <p:cNvSpPr/>
          <p:nvPr/>
        </p:nvSpPr>
        <p:spPr>
          <a:xfrm>
            <a:off x="1897380" y="423367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548" y="4434840"/>
            <a:ext cx="420624" cy="42062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897380" y="4233672"/>
            <a:ext cx="822960" cy="822960"/>
          </a:xfrm>
          <a:prstGeom prst="ellipse">
            <a:avLst/>
          </a:prstGeom>
          <a:ln w="19050">
            <a:solidFill>
              <a:srgbClr val="065A8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1520" y="5166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Dashboard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77240" y="55138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alerts, map view, and fleet status UI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343400" y="39776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2F7FA"/>
          </a:solidFill>
          <a:ln/>
        </p:spPr>
      </p:sp>
      <p:sp>
        <p:nvSpPr>
          <p:cNvPr id="29" name="Shape 23"/>
          <p:cNvSpPr/>
          <p:nvPr/>
        </p:nvSpPr>
        <p:spPr>
          <a:xfrm>
            <a:off x="5692140" y="423367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308" y="4434840"/>
            <a:ext cx="420624" cy="420624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692140" y="4233672"/>
            <a:ext cx="822960" cy="822960"/>
          </a:xfrm>
          <a:prstGeom prst="ellipse">
            <a:avLst/>
          </a:prstGeom>
          <a:ln w="19050">
            <a:solidFill>
              <a:srgbClr val="065A82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526280" y="5166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572000" y="55138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Shipment, fleet, and sensor log storage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138160" y="39776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2F7FA"/>
          </a:solidFill>
          <a:ln/>
        </p:spPr>
      </p:sp>
      <p:sp>
        <p:nvSpPr>
          <p:cNvPr id="35" name="Shape 28"/>
          <p:cNvSpPr/>
          <p:nvPr/>
        </p:nvSpPr>
        <p:spPr>
          <a:xfrm>
            <a:off x="9486900" y="423367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8068" y="4434840"/>
            <a:ext cx="420624" cy="42062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9486900" y="4233672"/>
            <a:ext cx="822960" cy="822960"/>
          </a:xfrm>
          <a:prstGeom prst="ellipse">
            <a:avLst/>
          </a:prstGeom>
          <a:ln w="19050">
            <a:solidFill>
              <a:srgbClr val="065A82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8321040" y="5166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Hosting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8366760" y="55138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deployment for streaming data pipelines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 Assistant &amp; Fleet Utilisation Optimizer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Innovation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act before the breach, not after the loss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TODAY — REACTIVE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3317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breaches found at delivery, after spoilage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1089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Re-routing decided manually, lane by lane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8862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fleet tracked in spreadsheets, if at all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46634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severity assessed after the fact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PROACTIVE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233172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excursions detected mid-transit, in time to act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310896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Re-routing &amp; carrier alternatives recommended automatically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388620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assets surfaced continuously for redeployment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466344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Excursion severity classified against regulatory standards in real time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 Assistant &amp; Fleet Utilisation Optimizer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We’re Targeting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outcomes once disruption detection and cold chain monitoring go live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2F7FA"/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0574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54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Spoilage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cold chain losses from earlier excursion detection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7373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2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229100" y="20574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2951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154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Fleet Use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611880" y="37947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utilisation via idle-asset redeployment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2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063740" y="20574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229514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154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Response Time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446520" y="37947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reaction to active disruption events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7373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2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898380" y="20574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24" y="229514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154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On-time Delivery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281160" y="37947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shipments re-routed ahead of delay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 Assistant &amp; Fleet Utilisation Optimizer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 — map view, live alerts, and fleet status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937760"/>
          </a:xfrm>
          <a:prstGeom prst="roundRect">
            <a:avLst>
              <a:gd name="adj" fmla="val 1481"/>
            </a:avLst>
          </a:prstGeom>
          <a:solidFill>
            <a:srgbClr val="13293D"/>
          </a:solidFill>
          <a:ln w="12700">
            <a:solidFill>
              <a:srgbClr val="234B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6492240" cy="4389120"/>
          </a:xfrm>
          <a:prstGeom prst="roundRect">
            <a:avLst>
              <a:gd name="adj" fmla="val 1250"/>
            </a:avLst>
          </a:prstGeom>
          <a:solidFill>
            <a:srgbClr val="1B3A52"/>
          </a:solidFill>
          <a:ln/>
        </p:spPr>
      </p:sp>
      <p:sp>
        <p:nvSpPr>
          <p:cNvPr id="6" name="Shape 4"/>
          <p:cNvSpPr/>
          <p:nvPr/>
        </p:nvSpPr>
        <p:spPr>
          <a:xfrm>
            <a:off x="3703320" y="3246120"/>
            <a:ext cx="1280160" cy="12801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3538728"/>
            <a:ext cx="694944" cy="6949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7548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Shipment &amp; Disruption Map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0" y="169164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1B3A52"/>
          </a:solidFill>
          <a:ln/>
        </p:spPr>
      </p:sp>
      <p:sp>
        <p:nvSpPr>
          <p:cNvPr id="10" name="Text 7"/>
          <p:cNvSpPr/>
          <p:nvPr/>
        </p:nvSpPr>
        <p:spPr>
          <a:xfrm>
            <a:off x="7726680" y="1828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26680" y="228600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0" y="22128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strike — Chennai (42 shipments)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26680" y="278892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7955280" y="27157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excursion — Truck #118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26680" y="329184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3"/>
          <p:cNvSpPr/>
          <p:nvPr/>
        </p:nvSpPr>
        <p:spPr>
          <a:xfrm>
            <a:off x="7955280" y="32186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system — Gulf lane reroute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98080" y="397764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1B3A52"/>
          </a:solidFill>
          <a:ln/>
        </p:spPr>
      </p:sp>
      <p:sp>
        <p:nvSpPr>
          <p:cNvPr id="18" name="Text 15"/>
          <p:cNvSpPr/>
          <p:nvPr/>
        </p:nvSpPr>
        <p:spPr>
          <a:xfrm>
            <a:off x="772668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STATUS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26680" y="4526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149840" y="4526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26680" y="4983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— Redeploy Ready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149840" y="4983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726680" y="5440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Maintenance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0149840" y="5440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 Assistant &amp; Fleet Utilisation Optimizer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grows beyond the hackathon build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93392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207362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88366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267712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disruptions before they happen using historical &amp; real-time signals, rather than reacting once they start.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547872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50" y="3761842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43814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 Transport Support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965960" y="3822192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re-routing logic across road, rail, air, and sea so alternatives span the full network, not just one mode.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5102352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5316322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99262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Audit Trail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65960" y="5376672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cold chain temperature logs a tamper-proof, shareable audit trail for regulators and customers.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 Assistant &amp; Fleet Utilisation Optimizer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56" y="1499616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6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 Assistant  &amp;  Fleet Utilisation Optimizer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2026-09-15T08:56:33Z</dcterms:created>
  <dcterms:modified xsi:type="dcterms:W3CDTF">2026-09-15T08:56:33Z</dcterms:modified>
</cp:coreProperties>
</file>